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</p:sldIdLst>
  <p:sldSz cx="12192000" cy="6858000"/>
  <p:notesSz cx="6858000" cy="9144000"/>
  <p:embeddedFontLst>
    <p:embeddedFont>
      <p:font typeface="Inter SemiBold" panose="020B0604020202020204" charset="0"/>
      <p:regular r:id="rId17"/>
      <p:bold r:id="rId18"/>
      <p:italic r:id="rId19"/>
      <p:boldItalic r:id="rId20"/>
    </p:embeddedFont>
    <p:embeddedFont>
      <p:font typeface="Montserrat" panose="020B0604020202020204" charset="0"/>
      <p:regular r:id="rId21"/>
      <p:bold r:id="rId22"/>
      <p:italic r:id="rId23"/>
      <p:boldItalic r:id="rId24"/>
    </p:embeddedFont>
    <p:embeddedFont>
      <p:font typeface="Inter" panose="020B0604020202020204" charset="0"/>
      <p:regular r:id="rId25"/>
      <p:bold r:id="rId26"/>
      <p:italic r:id="rId27"/>
      <p:boldItalic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8991E9C-C4F3-4977-BF2B-F0620840C6B4}">
  <a:tblStyle styleId="{58991E9C-C4F3-4977-BF2B-F0620840C6B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10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86000" y="2003970"/>
            <a:ext cx="37147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0" y="2003970"/>
            <a:ext cx="37147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286000" y="2632620"/>
            <a:ext cx="37147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91250" y="2632620"/>
            <a:ext cx="371475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0" y="0"/>
            <a:ext cx="1219200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rPr>
              <a:t>Pseudo E-Challan System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0" y="1162050"/>
            <a:ext cx="12192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Automated Traffic Violation Detection &amp; Management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0" y="3451770"/>
            <a:ext cx="12192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Semester Project | BS Software Engineering</a:t>
            </a:r>
            <a:endParaRPr/>
          </a:p>
        </p:txBody>
      </p:sp>
      <p:pic>
        <p:nvPicPr>
          <p:cNvPr id="93" name="Google Shape;93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741140"/>
            <a:ext cx="5048250" cy="2423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741140"/>
            <a:ext cx="5048250" cy="2423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6400800"/>
            <a:ext cx="10668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762000" y="6505575"/>
            <a:ext cx="1600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Pseudo E-Challan System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10915650" y="6505575"/>
            <a:ext cx="5143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02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95375" y="4545210"/>
            <a:ext cx="10334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Absence of image-based proof for traffic violations.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95375" y="5040510"/>
            <a:ext cx="10334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Difficulty in maintaining consistent databases without complex SQL overhead.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95375" y="5535810"/>
            <a:ext cx="10334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Need for a lightweight, automated, and cost-effective digital solution.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95375" y="2684115"/>
            <a:ext cx="465058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Manual Inefficiency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095375" y="3055590"/>
            <a:ext cx="44291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Current manual traffic management systems suffer from slow response times and high human error rates in challan generation.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715125" y="2684115"/>
            <a:ext cx="465058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Data Lag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715125" y="3055590"/>
            <a:ext cx="44291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Delay between violation detection and fine issuance reduces the effectiveness of traffic law enforcement and public safety.</a:t>
            </a:r>
            <a:endParaRPr/>
          </a:p>
        </p:txBody>
      </p:sp>
      <p:pic>
        <p:nvPicPr>
          <p:cNvPr id="111" name="Google Shape;111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64785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514315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563845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95375" y="206499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15125" y="206499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762000" y="571500"/>
            <a:ext cx="11201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</a:t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0" y="1257300"/>
            <a:ext cx="12192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537519"/>
            <a:ext cx="3365450" cy="2697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537519"/>
            <a:ext cx="3365450" cy="2697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537519"/>
            <a:ext cx="3365599" cy="2697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6400800"/>
            <a:ext cx="10668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762000" y="6505575"/>
            <a:ext cx="1600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Pseudo E-Challan System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0915650" y="6505575"/>
            <a:ext cx="5143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03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095375" y="3480494"/>
            <a:ext cx="288364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Detection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095375" y="3851969"/>
            <a:ext cx="2746325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Implement Computer Vision to detect traffic violations and extract vehicle number plates in real-time.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4746575" y="3480494"/>
            <a:ext cx="288364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Storage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4746575" y="3851969"/>
            <a:ext cx="27463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Utilize .json pseudo-databases for efficient, lightweight data management of users and fines.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397775" y="3480494"/>
            <a:ext cx="288379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Notification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397775" y="3851969"/>
            <a:ext cx="2746474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Automate the delivery of proof-based challans via email notifications to vehicle owners.</a:t>
            </a:r>
            <a:endParaRPr/>
          </a:p>
        </p:txBody>
      </p:sp>
      <p:pic>
        <p:nvPicPr>
          <p:cNvPr id="135" name="Google Shape;13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95375" y="2861369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46575" y="2861369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97775" y="286136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5"/>
          <p:cNvSpPr txBox="1"/>
          <p:nvPr/>
        </p:nvSpPr>
        <p:spPr>
          <a:xfrm>
            <a:off x="762000" y="571500"/>
            <a:ext cx="11201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CORE PROJECT OBJECTIVES</a:t>
            </a: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0" y="1257300"/>
            <a:ext cx="12192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/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8327" y="1981200"/>
            <a:ext cx="6225073" cy="3654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6400800"/>
            <a:ext cx="10668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762000" y="6505575"/>
            <a:ext cx="14001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Architecture Overview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0915650" y="6505575"/>
            <a:ext cx="5143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04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1095375" y="1981200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Input Module: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High-resolution camera stream or image input.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1095375" y="2781300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Processing Engine: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C++ &amp; OpenCV for image filtering and plate recognition.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1095375" y="3581400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 Layer: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Pseudo DB handling registrations and violations.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1095375" y="4381500"/>
            <a:ext cx="47148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Output Layer: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smtClean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</a:t>
            </a:r>
            <a:r>
              <a:rPr lang="en-US" sz="1500" b="0" i="0" u="none" strike="noStrike" cap="none" dirty="0" smtClean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 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visualization and SMTP Email Module.</a:t>
            </a:r>
            <a:endParaRPr dirty="0"/>
          </a:p>
        </p:txBody>
      </p:sp>
      <p:sp>
        <p:nvSpPr>
          <p:cNvPr id="154" name="Google Shape;154;p16"/>
          <p:cNvSpPr txBox="1"/>
          <p:nvPr/>
        </p:nvSpPr>
        <p:spPr>
          <a:xfrm>
            <a:off x="762000" y="571500"/>
            <a:ext cx="11201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SYSTEM ARCHITECTURE FLOW</a:t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0" y="1257300"/>
            <a:ext cx="12192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204651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284661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64671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44681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394644"/>
            <a:ext cx="3365450" cy="2423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394644"/>
            <a:ext cx="3365450" cy="2423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394644"/>
            <a:ext cx="3365599" cy="2423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6400800"/>
            <a:ext cx="10668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762000" y="6505575"/>
            <a:ext cx="11239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Technology Stack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10925175" y="6505575"/>
            <a:ext cx="5048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05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762000" y="5103465"/>
            <a:ext cx="106680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Additional tools: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SMTP Protocol for Emails </a:t>
            </a:r>
            <a:r>
              <a:rPr lang="en-US" sz="1350" b="0" i="0" u="none" strike="noStrike" cap="none" dirty="0" smtClean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| YOLO for Object Detection | </a:t>
            </a:r>
            <a:r>
              <a:rPr lang="en-US" sz="1350" b="0" i="0" u="none" strike="noStrike" cap="none" dirty="0" err="1" smtClean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harcascade</a:t>
            </a:r>
            <a:r>
              <a:rPr lang="en-US" sz="1350" b="0" i="0" u="none" strike="noStrike" cap="none" dirty="0" smtClean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classifier for Plate Recognition</a:t>
            </a:r>
            <a:endParaRPr dirty="0"/>
          </a:p>
        </p:txBody>
      </p:sp>
      <p:sp>
        <p:nvSpPr>
          <p:cNvPr id="172" name="Google Shape;172;p17"/>
          <p:cNvSpPr txBox="1"/>
          <p:nvPr/>
        </p:nvSpPr>
        <p:spPr>
          <a:xfrm>
            <a:off x="1095375" y="3337619"/>
            <a:ext cx="288364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C++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1095375" y="3709094"/>
            <a:ext cx="27463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Core programming language used for high-performance processing and system logic.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4746575" y="3337619"/>
            <a:ext cx="288364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OpenCV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4746575" y="3709094"/>
            <a:ext cx="27463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Industry-standard library for computer vision tasks and image extraction.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8397775" y="3337619"/>
            <a:ext cx="288379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JSON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8397775" y="3709094"/>
            <a:ext cx="2746474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Lightweight data interchange format used as a pseudo database structure.</a:t>
            </a:r>
            <a:endParaRPr/>
          </a:p>
        </p:txBody>
      </p:sp>
      <p:pic>
        <p:nvPicPr>
          <p:cNvPr id="178" name="Google Shape;17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95375" y="2718494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46575" y="271849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97775" y="2718494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7"/>
          <p:cNvSpPr txBox="1"/>
          <p:nvPr/>
        </p:nvSpPr>
        <p:spPr>
          <a:xfrm>
            <a:off x="762000" y="571500"/>
            <a:ext cx="11201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TECHNOLOGIES &amp; FRAMEWORKS</a:t>
            </a:r>
            <a:endParaRPr/>
          </a:p>
        </p:txBody>
      </p:sp>
      <p:sp>
        <p:nvSpPr>
          <p:cNvPr id="182" name="Google Shape;182;p17"/>
          <p:cNvSpPr/>
          <p:nvPr/>
        </p:nvSpPr>
        <p:spPr>
          <a:xfrm>
            <a:off x="0" y="1257300"/>
            <a:ext cx="12192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400800"/>
            <a:ext cx="10668000" cy="2667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9" name="Google Shape;189;p18"/>
          <p:cNvGraphicFramePr/>
          <p:nvPr>
            <p:extLst>
              <p:ext uri="{D42A27DB-BD31-4B8C-83A1-F6EECF244321}">
                <p14:modId xmlns:p14="http://schemas.microsoft.com/office/powerpoint/2010/main" val="3159668377"/>
              </p:ext>
            </p:extLst>
          </p:nvPr>
        </p:nvGraphicFramePr>
        <p:xfrm>
          <a:off x="762000" y="2567012"/>
          <a:ext cx="10667975" cy="2819375"/>
        </p:xfrm>
        <a:graphic>
          <a:graphicData uri="http://schemas.openxmlformats.org/drawingml/2006/table">
            <a:tbl>
              <a:tblPr firstRow="1" bandRow="1">
                <a:noFill/>
                <a:tableStyleId>{58991E9C-C4F3-4977-BF2B-F0620840C6B4}</a:tableStyleId>
              </a:tblPr>
              <a:tblGrid>
                <a:gridCol w="215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Filename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Primary Fields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Function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Registrations.json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Plate_No</a:t>
                      </a:r>
                      <a:r>
                        <a:rPr lang="en-US" sz="1350" b="0" i="0" u="none" strike="noStrike" cap="none" dirty="0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1350" b="0" i="0" u="none" strike="noStrike" cap="none" dirty="0" err="1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Owner_Name</a:t>
                      </a:r>
                      <a:r>
                        <a:rPr lang="en-US" sz="1350" b="0" i="0" u="none" strike="noStrike" cap="none" dirty="0" smtClean="0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1350" b="0" i="0" u="none" strike="noStrike" cap="none" dirty="0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Email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Stores authorized vehicle/owner links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Challans.json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Challan_ID</a:t>
                      </a:r>
                      <a:r>
                        <a:rPr lang="en-US" sz="1350" b="0" i="0" u="none" strike="noStrike" cap="none" dirty="0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1350" b="0" i="0" u="none" strike="noStrike" cap="none" dirty="0" err="1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Plate_No</a:t>
                      </a:r>
                      <a:r>
                        <a:rPr lang="en-US" sz="1350" b="0" i="0" u="none" strike="noStrike" cap="none" dirty="0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1350" b="0" i="0" u="none" strike="noStrike" cap="none" dirty="0" err="1" smtClean="0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Fine_Amount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Master record for all issued fines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 smtClean="0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Accounts.json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 smtClean="0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Owner_Name</a:t>
                      </a:r>
                      <a:r>
                        <a:rPr lang="en-US" sz="1350" b="0" i="0" u="none" strike="noStrike" cap="none" dirty="0" smtClean="0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Email, Money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Financial analytics and system health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 smtClean="0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Admin.json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smtClean="0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admin, password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b="0" i="0" u="none" strike="noStrike" cap="none" dirty="0" smtClean="0">
                          <a:solidFill>
                            <a:srgbClr val="1E293B"/>
                          </a:solidFill>
                          <a:latin typeface="Inter"/>
                          <a:ea typeface="Inter"/>
                          <a:sym typeface="Inter"/>
                        </a:rPr>
                        <a:t>Admin</a:t>
                      </a:r>
                      <a:r>
                        <a:rPr lang="en-GB" sz="1350" b="0" i="0" u="none" strike="noStrike" cap="none" baseline="0" dirty="0" smtClean="0">
                          <a:solidFill>
                            <a:srgbClr val="1E293B"/>
                          </a:solidFill>
                          <a:latin typeface="Inter"/>
                          <a:ea typeface="Inter"/>
                          <a:sym typeface="Inter"/>
                        </a:rPr>
                        <a:t> authentication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0" name="Google Shape;190;p18"/>
          <p:cNvSpPr txBox="1"/>
          <p:nvPr/>
        </p:nvSpPr>
        <p:spPr>
          <a:xfrm>
            <a:off x="762000" y="6505575"/>
            <a:ext cx="1219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Database Structure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10915650" y="6505575"/>
            <a:ext cx="5143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06</a:t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762000" y="3719512"/>
            <a:ext cx="21513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913310" y="3719512"/>
            <a:ext cx="44690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7382321" y="3719512"/>
            <a:ext cx="40476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762000" y="4271962"/>
            <a:ext cx="21513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2913310" y="4271962"/>
            <a:ext cx="44690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7382321" y="4271962"/>
            <a:ext cx="40476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762000" y="4824412"/>
            <a:ext cx="21513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2913310" y="4824412"/>
            <a:ext cx="44690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7382321" y="4824412"/>
            <a:ext cx="40476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762000" y="5376862"/>
            <a:ext cx="21513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2913310" y="5376862"/>
            <a:ext cx="44690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7382321" y="5376862"/>
            <a:ext cx="40476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762000" y="571500"/>
            <a:ext cx="11201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JSON PSEUDO DATABASE DESIGN</a:t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0" y="1257300"/>
            <a:ext cx="12192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331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981200"/>
            <a:ext cx="5048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6400800"/>
            <a:ext cx="10668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9"/>
          <p:cNvSpPr txBox="1"/>
          <p:nvPr/>
        </p:nvSpPr>
        <p:spPr>
          <a:xfrm>
            <a:off x="762000" y="6505575"/>
            <a:ext cx="12287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Vehicle Registration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10925175" y="6505575"/>
            <a:ext cx="5048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07</a:t>
            </a:r>
            <a:endParaRPr/>
          </a:p>
        </p:txBody>
      </p:sp>
      <p:pic>
        <p:nvPicPr>
          <p:cNvPr id="215" name="Google Shape;215;p19"/>
          <p:cNvPicPr preferRelativeResize="0"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878" y="1583090"/>
            <a:ext cx="5709460" cy="453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9"/>
          <p:cNvSpPr txBox="1"/>
          <p:nvPr/>
        </p:nvSpPr>
        <p:spPr>
          <a:xfrm>
            <a:off x="6381750" y="2664172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Onboarding Workflow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6381750" y="2883247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Registration Module ensures every vehicle is mapped to an owner before monitoring begins.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6715125" y="3622327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User-friendly input for vehicle specifications.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6715125" y="4117627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Automated JSON serialization for storage.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6715125" y="4612927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Unique ID generation for tracking.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762000" y="571500"/>
            <a:ext cx="11201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MODULE 1: REGISTRATION SYSTEM</a:t>
            </a:r>
            <a:endParaRPr/>
          </a:p>
        </p:txBody>
      </p:sp>
      <p:sp>
        <p:nvSpPr>
          <p:cNvPr id="222" name="Google Shape;222;p19"/>
          <p:cNvSpPr/>
          <p:nvPr/>
        </p:nvSpPr>
        <p:spPr>
          <a:xfrm>
            <a:off x="0" y="1257300"/>
            <a:ext cx="12192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7156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42109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470623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81200"/>
            <a:ext cx="5048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173759"/>
            <a:ext cx="5048250" cy="112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436715"/>
            <a:ext cx="5048250" cy="112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6400800"/>
            <a:ext cx="10668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 txBox="1"/>
          <p:nvPr/>
        </p:nvSpPr>
        <p:spPr>
          <a:xfrm>
            <a:off x="762000" y="6505575"/>
            <a:ext cx="8191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Bank Module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10915650" y="6505575"/>
            <a:ext cx="5143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08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762000" y="2215604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Financial Integration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762000" y="2434679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Managing the lifecycle of a challan from issuance to clearance.</a:t>
            </a:r>
            <a:endParaRPr/>
          </a:p>
        </p:txBody>
      </p:sp>
      <p:pic>
        <p:nvPicPr>
          <p:cNvPr id="239" name="Google Shape;239;p20"/>
          <p:cNvPicPr preferRelativeResize="0"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499" y="1714500"/>
            <a:ext cx="6166757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0"/>
          <p:cNvSpPr txBox="1"/>
          <p:nvPr/>
        </p:nvSpPr>
        <p:spPr>
          <a:xfrm>
            <a:off x="1095375" y="3459509"/>
            <a:ext cx="44291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Status Updates: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Real-time update of JSON records upon successful payment simulation.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1095375" y="4722465"/>
            <a:ext cx="44291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Fee Structure: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Automated calculation based on violation types detected by OpenCV.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762000" y="571500"/>
            <a:ext cx="11201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MODULE 2: PAYMENT HANDLING</a:t>
            </a:r>
            <a:endParaRPr/>
          </a:p>
        </p:txBody>
      </p:sp>
      <p:sp>
        <p:nvSpPr>
          <p:cNvPr id="243" name="Google Shape;243;p20"/>
          <p:cNvSpPr/>
          <p:nvPr/>
        </p:nvSpPr>
        <p:spPr>
          <a:xfrm>
            <a:off x="0" y="1257300"/>
            <a:ext cx="12192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400800"/>
            <a:ext cx="10668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1"/>
          <p:cNvPicPr preferRelativeResize="0"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 txBox="1"/>
          <p:nvPr/>
        </p:nvSpPr>
        <p:spPr>
          <a:xfrm>
            <a:off x="762000" y="2522190"/>
            <a:ext cx="45720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central hub for system monitoring. Admins can view comprehensive analytics, manage vehicle records, and track revenue collection.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762000" y="6505575"/>
            <a:ext cx="13620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Management Console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10915650" y="6505575"/>
            <a:ext cx="5143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Slide 09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1095375" y="3630810"/>
            <a:ext cx="423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Live Challan Monitoring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1095375" y="4126110"/>
            <a:ext cx="423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Database Management (CRUD)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1095375" y="4621410"/>
            <a:ext cx="423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Revenue Analytics Visualization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762000" y="1741140"/>
            <a:ext cx="4800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ADMIN DASHBOARD</a:t>
            </a:r>
            <a:endParaRPr/>
          </a:p>
        </p:txBody>
      </p:sp>
      <p:pic>
        <p:nvPicPr>
          <p:cNvPr id="258" name="Google Shape;25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63081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12611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62141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981200"/>
            <a:ext cx="5048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6400800"/>
            <a:ext cx="10668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2"/>
          <p:cNvSpPr txBox="1"/>
          <p:nvPr/>
        </p:nvSpPr>
        <p:spPr>
          <a:xfrm>
            <a:off x="762000" y="6505575"/>
            <a:ext cx="11715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OpenCV Detection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10944225" y="6505575"/>
            <a:ext cx="485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10</a:t>
            </a:r>
            <a:endParaRPr/>
          </a:p>
        </p:txBody>
      </p:sp>
      <p:pic>
        <p:nvPicPr>
          <p:cNvPr id="270" name="Google Shape;270;p22"/>
          <p:cNvPicPr preferRelativeResize="0"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4500"/>
            <a:ext cx="6129338" cy="4495799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2"/>
          <p:cNvSpPr txBox="1"/>
          <p:nvPr/>
        </p:nvSpPr>
        <p:spPr>
          <a:xfrm>
            <a:off x="6381750" y="1981200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Automated Proof Logic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6381750" y="2200275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Leveraging OpenCV to provide irrefutable evidence for every violation.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6715125" y="2939355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Extraction: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Cropping number plates from image frames.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6715125" y="3739455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Proof Attachment: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Storing violation images linked to IDs.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6715125" y="4539555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Triggering system events on detection.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762000" y="571500"/>
            <a:ext cx="11201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MODULE 4: CHALLAN GENERATION</a:t>
            </a:r>
            <a:endParaRPr/>
          </a:p>
        </p:txBody>
      </p:sp>
      <p:sp>
        <p:nvSpPr>
          <p:cNvPr id="277" name="Google Shape;277;p22"/>
          <p:cNvSpPr/>
          <p:nvPr/>
        </p:nvSpPr>
        <p:spPr>
          <a:xfrm>
            <a:off x="0" y="1257300"/>
            <a:ext cx="12192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293935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73945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453955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305681"/>
            <a:ext cx="10668000" cy="2009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6400800"/>
            <a:ext cx="10668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3"/>
          <p:cNvSpPr txBox="1"/>
          <p:nvPr/>
        </p:nvSpPr>
        <p:spPr>
          <a:xfrm>
            <a:off x="762000" y="6505575"/>
            <a:ext cx="8001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Alert Module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10972800" y="6505575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11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762000" y="2421284"/>
            <a:ext cx="3657600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 i="0" u="none" strike="noStrike" cap="none" dirty="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  <a:r>
              <a:rPr lang="en-US" sz="10500" b="1" i="0" u="none" strike="noStrike" cap="none" dirty="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dirty="0"/>
          </a:p>
        </p:txBody>
      </p:sp>
      <p:sp>
        <p:nvSpPr>
          <p:cNvPr id="293" name="Google Shape;293;p23"/>
          <p:cNvSpPr txBox="1"/>
          <p:nvPr/>
        </p:nvSpPr>
        <p:spPr>
          <a:xfrm>
            <a:off x="4895850" y="2600325"/>
            <a:ext cx="65341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Notification Reliability</a:t>
            </a:r>
            <a:endParaRPr dirty="0"/>
          </a:p>
        </p:txBody>
      </p:sp>
      <p:sp>
        <p:nvSpPr>
          <p:cNvPr id="294" name="Google Shape;294;p23"/>
          <p:cNvSpPr txBox="1"/>
          <p:nvPr/>
        </p:nvSpPr>
        <p:spPr>
          <a:xfrm>
            <a:off x="4895850" y="3027015"/>
            <a:ext cx="65341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Automated SMTP triggers ensure owners receive alerts within seconds of violation detection.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762000" y="571500"/>
            <a:ext cx="11201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EMAIL NOTIFICATION SYSTEM</a:t>
            </a:r>
            <a:endParaRPr/>
          </a:p>
        </p:txBody>
      </p:sp>
      <p:sp>
        <p:nvSpPr>
          <p:cNvPr id="296" name="Google Shape;296;p23"/>
          <p:cNvSpPr/>
          <p:nvPr/>
        </p:nvSpPr>
        <p:spPr>
          <a:xfrm>
            <a:off x="0" y="1257300"/>
            <a:ext cx="12192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4331940"/>
            <a:ext cx="10058400" cy="19831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400800"/>
            <a:ext cx="10668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4"/>
          <p:cNvSpPr txBox="1"/>
          <p:nvPr/>
        </p:nvSpPr>
        <p:spPr>
          <a:xfrm>
            <a:off x="762000" y="6505575"/>
            <a:ext cx="13430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Development Hurdles</a:t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10944225" y="6505575"/>
            <a:ext cx="485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12</a:t>
            </a:r>
            <a:endParaRPr/>
          </a:p>
        </p:txBody>
      </p:sp>
      <p:sp>
        <p:nvSpPr>
          <p:cNvPr id="305" name="Google Shape;305;p24"/>
          <p:cNvSpPr txBox="1"/>
          <p:nvPr/>
        </p:nvSpPr>
        <p:spPr>
          <a:xfrm>
            <a:off x="1095375" y="2686050"/>
            <a:ext cx="10334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Detection Accuracy: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Initial plate recognition was affected by lighting; solved using OpenCV grayscale filtering and Gaussian blur.</a:t>
            </a:r>
            <a:endParaRPr/>
          </a:p>
        </p:txBody>
      </p:sp>
      <p:sp>
        <p:nvSpPr>
          <p:cNvPr id="306" name="Google Shape;306;p24"/>
          <p:cNvSpPr txBox="1"/>
          <p:nvPr/>
        </p:nvSpPr>
        <p:spPr>
          <a:xfrm>
            <a:off x="1095375" y="3486150"/>
            <a:ext cx="10334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JSON Consistency: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Concurrent read/write issues handled by implementing strict file streaming and verification checks.</a:t>
            </a:r>
            <a:endParaRPr/>
          </a:p>
        </p:txBody>
      </p:sp>
      <p:sp>
        <p:nvSpPr>
          <p:cNvPr id="307" name="Google Shape;307;p24"/>
          <p:cNvSpPr txBox="1"/>
          <p:nvPr/>
        </p:nvSpPr>
        <p:spPr>
          <a:xfrm>
            <a:off x="1095375" y="4286250"/>
            <a:ext cx="10334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 smtClean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</a:t>
            </a:r>
            <a:r>
              <a:rPr lang="en-US" sz="1500" b="1" i="0" u="none" strike="noStrike" cap="none" dirty="0" smtClean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 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Integration: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Mapping C++ backend logic to </a:t>
            </a:r>
            <a:r>
              <a:rPr lang="en-US" sz="1500" dirty="0" smtClean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have a user friendly </a:t>
            </a:r>
            <a:r>
              <a:rPr lang="en-US" sz="1500" dirty="0" err="1" smtClean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Input/Output</a:t>
            </a:r>
            <a:r>
              <a:rPr lang="en-US" sz="1500" dirty="0" smtClean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Interface</a:t>
            </a:r>
            <a:r>
              <a:rPr lang="en-US" sz="1500" b="0" i="0" u="none" strike="noStrike" cap="none" dirty="0" smtClean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308" name="Google Shape;308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4861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2862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26812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4813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428148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4"/>
          <p:cNvSpPr txBox="1"/>
          <p:nvPr/>
        </p:nvSpPr>
        <p:spPr>
          <a:xfrm>
            <a:off x="762000" y="571500"/>
            <a:ext cx="11201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KEY CHALLENGES &amp; SOLUTIONS</a:t>
            </a:r>
            <a:endParaRPr/>
          </a:p>
        </p:txBody>
      </p:sp>
      <p:sp>
        <p:nvSpPr>
          <p:cNvPr id="314" name="Google Shape;314;p24"/>
          <p:cNvSpPr/>
          <p:nvPr/>
        </p:nvSpPr>
        <p:spPr>
          <a:xfrm>
            <a:off x="0" y="1257300"/>
            <a:ext cx="12192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5" name="Google Shape;315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68605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5524351"/>
            <a:ext cx="8572500" cy="112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6400800"/>
            <a:ext cx="10668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7"/>
          <p:cNvSpPr txBox="1"/>
          <p:nvPr/>
        </p:nvSpPr>
        <p:spPr>
          <a:xfrm>
            <a:off x="762000" y="6505575"/>
            <a:ext cx="5905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Summary</a:t>
            </a:r>
            <a:endParaRPr/>
          </a:p>
        </p:txBody>
      </p:sp>
      <p:sp>
        <p:nvSpPr>
          <p:cNvPr id="359" name="Google Shape;359;p27"/>
          <p:cNvSpPr txBox="1"/>
          <p:nvPr/>
        </p:nvSpPr>
        <p:spPr>
          <a:xfrm>
            <a:off x="10953750" y="6505575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15</a:t>
            </a:r>
            <a:endParaRPr/>
          </a:p>
        </p:txBody>
      </p:sp>
      <p:sp>
        <p:nvSpPr>
          <p:cNvPr id="360" name="Google Shape;360;p27"/>
          <p:cNvSpPr txBox="1"/>
          <p:nvPr/>
        </p:nvSpPr>
        <p:spPr>
          <a:xfrm>
            <a:off x="1809750" y="1485900"/>
            <a:ext cx="8572500" cy="3657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1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Pseudo E-Challan system represents a significant step toward automated urban traffic management, combining computer vision with lightweight data solutions.</a:t>
            </a:r>
            <a:endParaRPr/>
          </a:p>
        </p:txBody>
      </p:sp>
      <p:sp>
        <p:nvSpPr>
          <p:cNvPr id="361" name="Google Shape;361;p27"/>
          <p:cNvSpPr txBox="1"/>
          <p:nvPr/>
        </p:nvSpPr>
        <p:spPr>
          <a:xfrm>
            <a:off x="1238250" y="1104900"/>
            <a:ext cx="533400" cy="138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1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endParaRPr/>
          </a:p>
        </p:txBody>
      </p:sp>
      <p:sp>
        <p:nvSpPr>
          <p:cNvPr id="362" name="Google Shape;362;p27"/>
          <p:cNvSpPr txBox="1"/>
          <p:nvPr/>
        </p:nvSpPr>
        <p:spPr>
          <a:xfrm>
            <a:off x="2143125" y="5810101"/>
            <a:ext cx="7953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By automating detection and fine issuance, we can significantly reduce manual labor, increase transparency, and improve road safety through immediate evidence-based enforcement.</a:t>
            </a:r>
            <a:endParaRPr/>
          </a:p>
        </p:txBody>
      </p:sp>
      <p:sp>
        <p:nvSpPr>
          <p:cNvPr id="363" name="Google Shape;363;p27"/>
          <p:cNvSpPr txBox="1"/>
          <p:nvPr/>
        </p:nvSpPr>
        <p:spPr>
          <a:xfrm>
            <a:off x="762000" y="571500"/>
            <a:ext cx="11201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PROJECT CONCLUSION</a:t>
            </a:r>
            <a:endParaRPr/>
          </a:p>
        </p:txBody>
      </p:sp>
      <p:sp>
        <p:nvSpPr>
          <p:cNvPr id="364" name="Google Shape;364;p27"/>
          <p:cNvSpPr/>
          <p:nvPr/>
        </p:nvSpPr>
        <p:spPr>
          <a:xfrm>
            <a:off x="0" y="1257300"/>
            <a:ext cx="12192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8"/>
          <p:cNvSpPr txBox="1"/>
          <p:nvPr/>
        </p:nvSpPr>
        <p:spPr>
          <a:xfrm>
            <a:off x="495300" y="1628775"/>
            <a:ext cx="112014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rPr>
              <a:t>Questions?</a:t>
            </a:r>
            <a:endParaRPr/>
          </a:p>
        </p:txBody>
      </p:sp>
      <p:sp>
        <p:nvSpPr>
          <p:cNvPr id="371" name="Google Shape;371;p28"/>
          <p:cNvSpPr txBox="1"/>
          <p:nvPr/>
        </p:nvSpPr>
        <p:spPr>
          <a:xfrm>
            <a:off x="762000" y="2981325"/>
            <a:ext cx="10668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would love to hear your feedback and answer any queries.</a:t>
            </a:r>
            <a:endParaRPr/>
          </a:p>
        </p:txBody>
      </p:sp>
      <p:sp>
        <p:nvSpPr>
          <p:cNvPr id="372" name="Google Shape;372;p28"/>
          <p:cNvSpPr txBox="1"/>
          <p:nvPr/>
        </p:nvSpPr>
        <p:spPr>
          <a:xfrm>
            <a:off x="762000" y="3918495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Team Members: Muhammad | Fatima Saeed | Eman Fatima | Minahil Hammad</a:t>
            </a:r>
            <a:endParaRPr/>
          </a:p>
        </p:txBody>
      </p:sp>
      <p:sp>
        <p:nvSpPr>
          <p:cNvPr id="373" name="Google Shape;373;p28"/>
          <p:cNvSpPr txBox="1"/>
          <p:nvPr/>
        </p:nvSpPr>
        <p:spPr>
          <a:xfrm>
            <a:off x="762000" y="4383285"/>
            <a:ext cx="106680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0000"/>
              </a:lnSpc>
            </a:pPr>
            <a:r>
              <a:rPr lang="en-US" sz="1350" b="0" i="0" u="none" strike="noStrike" cap="none" dirty="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GitHub Repository: </a:t>
            </a:r>
            <a:r>
              <a:rPr lang="en-US" sz="1350" dirty="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Pseudo-E-Challan-System</a:t>
            </a:r>
            <a:br>
              <a:rPr lang="en-US" sz="1350" dirty="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50" dirty="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Link: https://github.com/ITU-Lahore-CFP/fall2025-se101-pf-project-pseudo-e-challan-system-group-d.git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665</Words>
  <Application>Microsoft Office PowerPoint</Application>
  <PresentationFormat>Widescreen</PresentationFormat>
  <Paragraphs>109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Inter SemiBold</vt:lpstr>
      <vt:lpstr>Montserrat</vt:lpstr>
      <vt:lpstr>Inter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Muhammad Zaid</cp:lastModifiedBy>
  <cp:revision>24</cp:revision>
  <dcterms:modified xsi:type="dcterms:W3CDTF">2025-12-21T15:30:46Z</dcterms:modified>
</cp:coreProperties>
</file>